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Calibri" pitchFamily="34" charset="0"/>
      <p:regular r:id="rId7"/>
      <p:bold r:id="rId8"/>
      <p:italic r:id="rId9"/>
      <p:boldItalic r:id="rId10"/>
    </p:embeddedFont>
    <p:embeddedFont>
      <p:font typeface="Rubik ExtraBold" charset="-79"/>
      <p:regular r:id="rId11"/>
    </p:embeddedFont>
    <p:embeddedFont>
      <p:font typeface="Rubik SemiBold" charset="-79"/>
      <p:regular r:id="rId12"/>
    </p:embeddedFont>
    <p:embeddedFont>
      <p:font typeface="Assistant Bold" charset="-79"/>
      <p:regular r:id="rId13"/>
    </p:embeddedFont>
    <p:embeddedFont>
      <p:font typeface="Assistant SemiBold" charset="-79"/>
      <p:regular r:id="rId14"/>
    </p:embeddedFont>
    <p:embeddedFont>
      <p:font typeface="Assistant" charset="-79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867" y="-8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1226-A1D1-4159-968E-6BBA6748526A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4FE9-FC9B-4F37-ACCD-FB01857942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206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A3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34353"/>
            <a:ext cx="403849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B.TECH PROJECT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1789" y="6103938"/>
            <a:ext cx="403849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DATABASE SYSTEMS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156071" y="1146553"/>
            <a:ext cx="6349841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Database Management System for Cooperative Society Membership and Savings Management.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156071" y="4006850"/>
            <a:ext cx="634984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relational database project for cooperative membership and savings management.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56071" y="5324475"/>
            <a:ext cx="2095448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156071" y="5610225"/>
            <a:ext cx="634984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Daibala Sowmya</a:t>
            </a:r>
            <a:r>
              <a:rPr lang="en-US" sz="125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· 25WU0102331</a:t>
            </a:r>
            <a:endParaRPr lang="en-US" sz="12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Woxsen University · School of Technology</a:t>
            </a:r>
            <a:endParaRPr lang="en-US" sz="1250" dirty="0"/>
          </a:p>
        </p:txBody>
      </p:sp>
      <p:sp>
        <p:nvSpPr>
          <p:cNvPr id="9" name="Rectangle 8"/>
          <p:cNvSpPr/>
          <p:nvPr/>
        </p:nvSpPr>
        <p:spPr>
          <a:xfrm>
            <a:off x="11001375" y="6510322"/>
            <a:ext cx="1190625" cy="3333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88439"/>
            <a:ext cx="369312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536270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01 · RELATIONAL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88510"/>
            <a:ext cx="3083542" cy="2803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A relational model connects members to cooperative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4052689"/>
            <a:ext cx="1017463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338439"/>
            <a:ext cx="308354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MEMBER anchors the model; related tables organize transactions and participation.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5505252"/>
            <a:ext cx="308354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report describes normalization through Third Normal Form and derived interest calculations.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9801" y="0"/>
            <a:ext cx="7431894" cy="6858000"/>
          </a:xfrm>
          <a:prstGeom prst="rect">
            <a:avLst/>
          </a:prstGeom>
          <a:solidFill>
            <a:srgbClr val="E4EAE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96" y="1587996"/>
            <a:ext cx="6349841" cy="33739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88396" y="5049242"/>
            <a:ext cx="720329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Core domains: membership, savings, loans, shares, dividends, meetings, and access roles.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83553"/>
            <a:ext cx="327651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02 · 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0990" y="783624"/>
            <a:ext cx="2895528" cy="233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MySQL and a connected interface support core operations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80990" y="4818063"/>
            <a:ext cx="327651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Reported stack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0990" y="5232400"/>
            <a:ext cx="28955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MySQL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Python</a:t>
            </a:r>
            <a:endParaRPr lang="en-US" sz="2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HTML/CSS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084" y="787400"/>
            <a:ext cx="2514537" cy="7347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48084" y="1609427"/>
            <a:ext cx="2514537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UI screenshot · sign-in prototype example (not verified production)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583" y="787400"/>
            <a:ext cx="2514537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583" y="1484313"/>
            <a:ext cx="2514537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UI screenshot · member-records prototype example (not verified production)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038499" y="3322241"/>
            <a:ext cx="3733707" cy="1526580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65496" y="3423841"/>
            <a:ext cx="8188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165496" y="3726061"/>
            <a:ext cx="347961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0"/>
          <p:cNvSpPr/>
          <p:nvPr/>
        </p:nvSpPr>
        <p:spPr>
          <a:xfrm>
            <a:off x="4165496" y="3880306"/>
            <a:ext cx="347971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Role-based access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165496" y="4350147"/>
            <a:ext cx="36067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Member and staff workflows are described.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076998" y="3322241"/>
            <a:ext cx="3733707" cy="1526580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03995" y="3423841"/>
            <a:ext cx="8281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8203995" y="3726061"/>
            <a:ext cx="347961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5"/>
          <p:cNvSpPr/>
          <p:nvPr/>
        </p:nvSpPr>
        <p:spPr>
          <a:xfrm>
            <a:off x="8203995" y="3880306"/>
            <a:ext cx="347971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Core operations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8203995" y="4350147"/>
            <a:ext cx="34797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Inserting, deleting, viewing, and querying records.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4038499" y="5153620"/>
            <a:ext cx="3733707" cy="1526580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65496" y="5255220"/>
            <a:ext cx="8281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165496" y="5557441"/>
            <a:ext cx="347961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0"/>
          <p:cNvSpPr/>
          <p:nvPr/>
        </p:nvSpPr>
        <p:spPr>
          <a:xfrm>
            <a:off x="4165496" y="5711686"/>
            <a:ext cx="347971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Reported tests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165496" y="6181527"/>
            <a:ext cx="34797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Sample queries supported savings, loans, dividends, and meeting records.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8076998" y="5153620"/>
            <a:ext cx="3733707" cy="1526580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03995" y="5255220"/>
            <a:ext cx="8281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8203995" y="5557441"/>
            <a:ext cx="347961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9" name="Text 25"/>
          <p:cNvSpPr/>
          <p:nvPr/>
        </p:nvSpPr>
        <p:spPr>
          <a:xfrm>
            <a:off x="8203995" y="5711686"/>
            <a:ext cx="347971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203995" y="6181527"/>
            <a:ext cx="34797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Stronger security, payment integration, cloud deployment, and analytics.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Rectangle 31"/>
          <p:cNvSpPr/>
          <p:nvPr/>
        </p:nvSpPr>
        <p:spPr>
          <a:xfrm>
            <a:off x="11064701" y="6589811"/>
            <a:ext cx="1126994" cy="180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76600"/>
          </a:xfrm>
          <a:prstGeom prst="rect">
            <a:avLst/>
          </a:prstGeom>
          <a:solidFill>
            <a:srgbClr val="2A374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03 · SQL EXAMPLES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10624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Sample INSERT, SELECT, and DELETE outputs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584226"/>
            <a:ext cx="1158211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Illustrative query results from the cooperative society database.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191000"/>
            <a:ext cx="4724282" cy="17494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027738"/>
            <a:ext cx="533386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Sample INSERT/SELECT output screenshot · password value redacted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28" y="4191000"/>
            <a:ext cx="4724282" cy="17494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7828" y="6027738"/>
            <a:ext cx="533386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Sample DELETE/SELECT output screenshot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Rectangle 10"/>
          <p:cNvSpPr/>
          <p:nvPr/>
        </p:nvSpPr>
        <p:spPr>
          <a:xfrm>
            <a:off x="10963275" y="6505575"/>
            <a:ext cx="1143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225</Words>
  <Application>Microsoft Office PowerPoint</Application>
  <PresentationFormat>Custom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Rubik ExtraBold</vt:lpstr>
      <vt:lpstr>Rubik SemiBold</vt:lpstr>
      <vt:lpstr>Assistant Bold</vt:lpstr>
      <vt:lpstr>Assistant SemiBold</vt:lpstr>
      <vt:lpstr>Assistant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</cp:revision>
  <dcterms:created xsi:type="dcterms:W3CDTF">2026-10-07T09:37:01Z</dcterms:created>
  <dcterms:modified xsi:type="dcterms:W3CDTF">2026-10-07T09:41:22Z</dcterms:modified>
</cp:coreProperties>
</file>