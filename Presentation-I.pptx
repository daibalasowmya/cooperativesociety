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269" y="-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B67D3-8D42-4CE7-941F-0089E3CC332D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2F8F7-9052-4F99-A8CE-1648B50E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20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8961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 SYSTEM FOR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COOPERATIVE SOCIETY MEMBERSHIP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SAVINGS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F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solution for automating member registration,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BF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tracking, and financial reporting in cooperative societies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cooperative societies need a dedicated DBMS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cooperative societies still depend on manual or semi-manual record keeping — paper ledgers, spreadsheets, or disconnected standalone programs — to manage member information, savings contributions, and loan transactions. As membership and transaction volumes grow, this approach breaks down.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results in: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4572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across scattered paper and spreadsheet registers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computation of balances, interest and dividends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retrieval of member and transaction records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security, with no backup or access control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time-consuming financial reporting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417320"/>
            <a:ext cx="566928" cy="566928"/>
          </a:xfrm>
          <a:prstGeom prst="ellipse">
            <a:avLst/>
          </a:prstGeom>
          <a:solidFill>
            <a:srgbClr val="F2F7F7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/home/claude/coop_deck/search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54533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2280" y="1399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Record Retrieval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16733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a member's savings history takes far longer than it should.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80760" y="2606040"/>
            <a:ext cx="566928" cy="566928"/>
          </a:xfrm>
          <a:prstGeom prst="ellipse">
            <a:avLst/>
          </a:prstGeom>
          <a:solidFill>
            <a:srgbClr val="F2F7F7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/home/claude/coop_deck/warning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273405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12280" y="2587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Discrepancies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12280" y="28620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Hand-calculated interest and dividends invite costly arithmetic errors.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3794760"/>
            <a:ext cx="566928" cy="566928"/>
          </a:xfrm>
          <a:prstGeom prst="ellipse">
            <a:avLst/>
          </a:prstGeom>
          <a:solidFill>
            <a:srgbClr val="F2F7F7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2" descr="/home/claude/coop_deck/lo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392277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3776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Data Security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12280" y="40507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registers are vulnerable to loss, damage, or tampering.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080760" y="4983480"/>
            <a:ext cx="566928" cy="566928"/>
          </a:xfrm>
          <a:prstGeom prst="ellipse">
            <a:avLst/>
          </a:prstGeom>
          <a:solidFill>
            <a:srgbClr val="F2F7F7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/home/claude/coop_deck/chart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511149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4965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Scalability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12280" y="52395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systems struggle as membership and transactions grow.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Society Membership &amp; Savings Management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195</Words>
  <Application>Microsoft Office PowerPoint</Application>
  <PresentationFormat>Custom</PresentationFormat>
  <Paragraphs>28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2026-09-14T15:55:35Z</dcterms:created>
  <dcterms:modified xsi:type="dcterms:W3CDTF">2026-10-07T01:01:21Z</dcterms:modified>
</cp:coreProperties>
</file>